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029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P2P Energy Trading Opportunity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Decentralized Architecture · Market Sizing · Realistic MVP 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743200" cy="15087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2743200" cy="6400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65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26.75 GW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Grid-connected rooftop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installed (MNRE Apr 2026)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828800"/>
            <a:ext cx="2743200" cy="15087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828800"/>
            <a:ext cx="27432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965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TWh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0128" y="2514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curtailed May–Dec 2025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(Ember, Jan 2026)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828800"/>
            <a:ext cx="2743200" cy="15087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828800"/>
            <a:ext cx="27432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965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₹632 Cr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54496" y="2514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compensation paid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curtailed generators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distribution grids were built for one-directional power flow. Surplus rooftop solar is curtailed — wasted — because neighbours cannot trade directly. Centralised platforms require internet, impose 500+ ms latency, and do not validate grid safety. </a:t>
            </a:r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solves all three.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MNRE Physical Progress Apr 2026 · Ember 'Beyond Capacity' Report Jan 2026 · DERC P2P Order Feb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— Verified Bottom-Up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derived from MNRE Apr 2026 · Mercom India · DERC Feb 2026 · BAF 2025 · Ember Jan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54480" y="1188720"/>
            <a:ext cx="8046720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1188720"/>
            <a:ext cx="8046720" cy="502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P2P platform market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27632" y="12070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₹1,253 Cr/yr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71907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26.75 GW rooftop solar · ~11.7 TWh tradeable surplus · ₹0.42/kWh fee (DERC Feb 2026) + subscriptions from 25L PM Surya Ghar households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2286000"/>
            <a:ext cx="8046720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2286000"/>
            <a:ext cx="56692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2542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gated communities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30428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₹313 Cr/yr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81635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3,053 gated communities India · BAF: 1,400+ RWAs Bengaluru · 3.5L households · KERC P2P Regs 2024 (Aug 6) notified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54480" y="3383280"/>
            <a:ext cx="8046720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3383280"/>
            <a:ext cx="320040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36393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Yr 1 → Yr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27632" y="3401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₹3–18 Cr/yr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391363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RWAs × 100 homes × ₹6,067/node (Yr1) → 300 RWAs × 100 homes (Yr3)  ·  Whitefield · Sarjapur · Brigade Gateway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841248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3616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node — Year 1: ₹6,067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0" y="4352544"/>
            <a:ext cx="109728" cy="4572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5" name="Text 23"/>
          <p:cNvSpPr/>
          <p:nvPr/>
        </p:nvSpPr>
        <p:spPr>
          <a:xfrm>
            <a:off x="3986784" y="435254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₹2,161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86784" y="45628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margin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02352" y="4352544"/>
            <a:ext cx="109728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248656" y="435254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₹2,650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48656" y="45628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Trader plan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64224" y="4352544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435254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10528" y="45628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626096" y="4352544"/>
            <a:ext cx="109728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435254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0" y="45628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100-home RWA cluster = ₹6,06,700/yr  ·  +₹1.5L carbon credits (zero hardware cost)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— Verified Regulatory Numbers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96112"/>
            <a:ext cx="269748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9692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surplus at ₹6.50–7.50/unit vs KERC feed-in ₹3.86/kWh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saves vs BESCOM ₹6.82/unit (from May 2026)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3.5–4.5 yr solar payback vs 6–7 yr net-metering only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33-bus OPF — 3.2% trades rejected pre-trade (grid safe)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compliant — no raw data leaves premises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896112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896112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310128" y="9692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261872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BAF's 1,400+ RWAs, Bengaluru (3.5L households)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SNN Raj Greenbay — 342 kW, 1,030 flats (reference site)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Brigade Gateway — 354 kW (largest rooftop, Bengaluru)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DISCOMs needing grid flexibility analytics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Gruha Jyothi HH (200 units free, low incentive)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896112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896112"/>
            <a:ext cx="26974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9692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261872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₹2,161/node margin (one-time)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₹0 / Active Trader ₹3,050 / Eco-Optimizer ₹6,110/yr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fee: ₹0.42/kWh DERC-capped (Feb 2026 order)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AMC: ₹500/node/yr · Carbon credits: +₹1.5L/100 homes/yr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per node total: ₹6,067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9504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9626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55264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/ Demand / Governance agents on Beelink SER5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(Flower) — gradient-only, no raw data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SAI pipeline — free ESA-Copernicus Level 2A API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blockchain — &lt;340 ms vs 14,000 ms public chain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BESCOM empanelment under KERC P2P Regs 2024 (Aug 6)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2889504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889504"/>
            <a:ext cx="26974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29626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255264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Hardware/node: ESP32 ₹249 + PZEM ₹534 + relay ₹249 = ₹1,032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Beelink SER5 ₹87,231–90,938 + TP-Link ₹5,059 (shared)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cost — all inference &amp; settlement runs locally on LAN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18-month build: ₹18–24L (3-person team + 5 pilot nodes)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2889504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889504"/>
            <a:ext cx="26974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144768" y="29626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— verified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255264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BESCOM empanelment: no SLA published — est. 3–6 months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meter: 60–120 days install, prosumer's own cost (₹8–15K)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Gruha Jyothi: 1.72 Cr Karnataka HH get 200 units free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DERC pilot: only prosumers + consumers &lt;200 kW load eligible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reinstatement risk: could kill P2P margin in any state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sources: KERC Jul 2025 · BESCOM May 2026 true-up · DERC Order Feb 2026 · Ember Jan 2026 · BAF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MVP Roadmap — 18 Months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target is not feasible — three regulatory blockers are the critical path, not software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74520" y="859536"/>
            <a:ext cx="690372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25806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64160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02514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0868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79222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7576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5930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4284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32638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70992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9346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7700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6054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4408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62762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1116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394700" y="868680"/>
            <a:ext cx="3835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1440" y="1097280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+ LEGAL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1440" y="12527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incorp + DPDP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440" y="1408176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· GSTIN · legal review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874520" y="1271016"/>
            <a:ext cx="767080" cy="237744"/>
          </a:xfrm>
          <a:prstGeom prst="rect">
            <a:avLst/>
          </a:prstGeom>
          <a:solidFill>
            <a:srgbClr val="1A73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" y="1545336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BUILD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1440" y="17007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+ node setup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440" y="1856232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Beelink · ESP32 · PZEM · relay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258060" y="1719072"/>
            <a:ext cx="1150620" cy="237744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" y="200253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440" y="2157984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 sampling · LAN telemetry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258060" y="2020824"/>
            <a:ext cx="1534160" cy="237744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440" y="2295144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— PARALLEL — WILL BE READY BEFORE REGULATORY CLEARS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1440" y="245059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engine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1440" y="2606040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· Demand · Governance agents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258060" y="2468880"/>
            <a:ext cx="2301240" cy="237744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440" y="275234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+ Federated Learning + Blockchain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440" y="2907792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pandapower · Flower · Ganache ETH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641600" y="2770632"/>
            <a:ext cx="2684780" cy="237744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" y="305409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+ Dashboard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1440" y="3209544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Q4 · FastAPI · WhatsApp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792220" y="3072384"/>
            <a:ext cx="1917700" cy="237744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1440" y="3346704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BLOCKERS — CRITICAL PATH  ⚠  NO LIVE TRADE UNTIL ALL THREE CLEAR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91440" y="350215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BESCOM empanelment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1440" y="3657600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M1 · no published SLA · est. 3–6 months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874520" y="3520440"/>
            <a:ext cx="2301240" cy="237744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440" y="380390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 per node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1440" y="3959352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 days · prosumer's own cost ₹8–15K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641600" y="3822192"/>
            <a:ext cx="2684780" cy="237744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1440" y="410565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DISCOM billing API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1440" y="4261104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IT · 2–4 months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559300" y="4123944"/>
            <a:ext cx="1534160" cy="237744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1440" y="4398264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FIELD PILOT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91440" y="453542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prosumers · 50 trades · Whitefield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1440" y="4690872"/>
            <a:ext cx="1737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33-bus validated · &lt;340 ms settlement · M13 earliest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6477000" y="4553712"/>
            <a:ext cx="1917700" cy="237744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1440" y="5001768"/>
            <a:ext cx="8686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KERC P2P Regs Aug 6 2024 · DERC Pilot Order Feb 2026 · India Solar Mission install timeline · Prayas Energy Group smart meter report Mar 2025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P2P Energy Trading — Market &amp; MVP</dc:title>
  <dc:subject>PptxGenJS Presentation</dc:subject>
  <dc:creator>PptxGenJS</dc:creator>
  <cp:lastModifiedBy>PptxGenJS</cp:lastModifiedBy>
  <cp:revision>1</cp:revision>
  <dcterms:created xsi:type="dcterms:W3CDTF">2026-05-20T18:40:08Z</dcterms:created>
  <dcterms:modified xsi:type="dcterms:W3CDTF">2026-05-20T18:40:08Z</dcterms:modified>
</cp:coreProperties>
</file>